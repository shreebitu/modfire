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 Transfer Methods in Biotechnology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scientists move genes from one organism to another</a:t>
            </a:r>
          </a:p>
          <a:p>
            <a:r>
              <a:t>Simple &amp; beginner-friendly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Gene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 transfer = moving DNA from one organism to another</a:t>
            </a:r>
          </a:p>
          <a:p>
            <a:r>
              <a:t>Helps change traits</a:t>
            </a:r>
          </a:p>
          <a:p>
            <a:r>
              <a:t>Done in labs using special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Gene Transfer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crops</a:t>
            </a:r>
          </a:p>
          <a:p>
            <a:r>
              <a:t>Medicine production</a:t>
            </a:r>
          </a:p>
          <a:p>
            <a:r>
              <a:t>Genetic research</a:t>
            </a:r>
          </a:p>
          <a:p>
            <a:r>
              <a:t>Improved animals</a:t>
            </a:r>
          </a:p>
          <a:p>
            <a:r>
              <a:t>Example: Bt Cotton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Agrobacterium-Mediated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bacteria to transfer genes into plants</a:t>
            </a:r>
          </a:p>
          <a:p>
            <a:r>
              <a:t>Steps:</a:t>
            </a:r>
          </a:p>
          <a:p>
            <a:r>
              <a:t>Insert gene into bacteria</a:t>
            </a:r>
          </a:p>
          <a:p>
            <a:r>
              <a:t>Infect plant cell</a:t>
            </a:r>
          </a:p>
          <a:p>
            <a:r>
              <a:t>Gene enters plant DNA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Electroporation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electric shock to open pores in cells</a:t>
            </a:r>
          </a:p>
          <a:p>
            <a:r>
              <a:t>Steps:</a:t>
            </a:r>
          </a:p>
          <a:p>
            <a:r>
              <a:t>Mix DNA + cells</a:t>
            </a:r>
          </a:p>
          <a:p>
            <a:r>
              <a:t>Apply electric pulse</a:t>
            </a:r>
          </a:p>
          <a:p>
            <a:r>
              <a:t>DNA enters cell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Inject DNA directly using a needle</a:t>
            </a:r>
          </a:p>
          <a:p>
            <a:r>
              <a:t>Steps:</a:t>
            </a:r>
          </a:p>
          <a:p>
            <a:r>
              <a:t>Hold cell</a:t>
            </a:r>
          </a:p>
          <a:p>
            <a:r>
              <a:t>Inject DNA into nucleus</a:t>
            </a:r>
          </a:p>
          <a:p>
            <a:r>
              <a:t>Used in animal embryos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 Gun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Shoot DNA into cells using particles</a:t>
            </a:r>
          </a:p>
          <a:p>
            <a:r>
              <a:t>Steps:</a:t>
            </a:r>
          </a:p>
          <a:p>
            <a:r>
              <a:t>DNA coated on gold particles</a:t>
            </a:r>
          </a:p>
          <a:p>
            <a:r>
              <a:t>Shot into cells</a:t>
            </a:r>
          </a:p>
          <a:p>
            <a:r>
              <a:t>DNA enters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Agrobacterium: plants, easy</a:t>
            </a:r>
          </a:p>
          <a:p>
            <a:r>
              <a:t>Electroporation: many cells, medium</a:t>
            </a:r>
          </a:p>
          <a:p>
            <a:r>
              <a:t>Microinjection: precise, hard</a:t>
            </a:r>
          </a:p>
          <a:p>
            <a:r>
              <a:t>Gene gun: no bacteria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</a:t>
            </a:r>
          </a:p>
          <a:p>
            <a:r>
              <a:t>Improves crops, medicine</a:t>
            </a:r>
          </a:p>
          <a:p>
            <a:r>
              <a:t>Disadvantages:</a:t>
            </a:r>
          </a:p>
          <a:p>
            <a:r>
              <a:t>Expensive, can damage cells, ethical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 transfer is powerful</a:t>
            </a:r>
          </a:p>
          <a:p>
            <a:r>
              <a:t>Used in agriculture, medicine, research</a:t>
            </a:r>
          </a:p>
          <a:p>
            <a:r>
              <a:t>We can change life by changing genes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